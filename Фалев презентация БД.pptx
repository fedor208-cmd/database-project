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16ED17-DAAB-4708-B711-BAE3D6F6EC41}" v="581" dt="2026-03-11T17:40:38.9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5807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1407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24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0492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295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25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604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66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0396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1130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4366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41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ea typeface="+mj-lt"/>
                <a:cs typeface="+mj-lt"/>
              </a:rPr>
              <a:t>База данных онлайн-сервиса для видеоигр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78426" y="3976262"/>
            <a:ext cx="6991776" cy="176497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2400" dirty="0"/>
              <a:t>Автор: Фалев Фёдор Александрович, ученик 9М класса ГБОУ школы №67</a:t>
            </a:r>
          </a:p>
          <a:p>
            <a:r>
              <a:rPr lang="ru-RU" sz="2400" dirty="0"/>
              <a:t>Руководитель: </a:t>
            </a:r>
            <a:r>
              <a:rPr lang="ru-RU" sz="2400" dirty="0">
                <a:ea typeface="+mn-lt"/>
                <a:cs typeface="+mn-lt"/>
              </a:rPr>
              <a:t>Кисляков Иван Дмитриевич, Учитель ГБОУ Школы 67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3CA1-01F1-3EE8-DB3E-CF1C1461C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Что за проект?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558808-ED96-137A-95CC-F64F49968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Описание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EDA9B3-A5B3-3FEF-4852-FD5EC1C213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0401" y="2505075"/>
            <a:ext cx="10641175" cy="342377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ru-RU" sz="2800" dirty="0">
                <a:ea typeface="+mn-lt"/>
                <a:cs typeface="+mn-lt"/>
              </a:rPr>
              <a:t>База данных онлайн сервисов для видеоигр (например </a:t>
            </a:r>
            <a:r>
              <a:rPr lang="ru-RU" sz="2800" err="1">
                <a:ea typeface="+mn-lt"/>
                <a:cs typeface="+mn-lt"/>
              </a:rPr>
              <a:t>Steam</a:t>
            </a:r>
            <a:r>
              <a:rPr lang="ru-RU" sz="2800" dirty="0">
                <a:ea typeface="+mn-lt"/>
                <a:cs typeface="+mn-lt"/>
              </a:rPr>
              <a:t> или </a:t>
            </a:r>
            <a:r>
              <a:rPr lang="ru-RU" sz="2800" err="1">
                <a:ea typeface="+mn-lt"/>
                <a:cs typeface="+mn-lt"/>
              </a:rPr>
              <a:t>Epic</a:t>
            </a:r>
            <a:r>
              <a:rPr lang="ru-RU" sz="2800" dirty="0">
                <a:ea typeface="+mn-lt"/>
                <a:cs typeface="+mn-lt"/>
              </a:rPr>
              <a:t> Games), в которой хранятся данные о пользователях, играх, их разработчиках и издателях.</a:t>
            </a:r>
          </a:p>
          <a:p>
            <a:pPr marL="0" indent="0">
              <a:buNone/>
            </a:pPr>
            <a:r>
              <a:rPr lang="ru-RU" sz="2800" dirty="0">
                <a:ea typeface="+mn-lt"/>
                <a:cs typeface="+mn-lt"/>
              </a:rPr>
              <a:t>Данные собирались вручную, на основе существующих данных онлайн-сервисов. Возможны несоответствия. 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BEA199B-4782-1120-62E2-ED2FB1F9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A2B96-6272-4052-9D94-6A9AC76AB3A7}" type="datetime1">
              <a:t>3/11/2026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0171358-1632-1A08-54AC-FB93A0FB8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4DD1494-5428-8A23-4D7E-313C8E3C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839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E22D3-F5E6-6F46-F3E4-A7E1BB5E0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Что за проект?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FFE89A-580B-F861-6F41-96BD3B753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Схема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B6E122-4AD8-04B1-601E-37F0329A0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03E55-3441-4B0F-A4CC-6C0786FE8D69}" type="datetime1">
              <a:t>3/11/2026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664D0E7-475A-2742-7EC7-0D2DE26DA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485478-C1A6-E9DC-950A-02DDD104F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</a:t>
            </a:fld>
            <a:endParaRPr lang="en-US" dirty="0"/>
          </a:p>
        </p:txBody>
      </p:sp>
      <p:pic>
        <p:nvPicPr>
          <p:cNvPr id="10" name="Рисунок 9" descr="Изображение выглядит как текст, снимок экрана, диаграмма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4F4575D-640E-70C2-E09B-B7385C889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660" y="2341707"/>
            <a:ext cx="7376679" cy="372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50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17F2B7-B6BF-02AE-9405-33592A4E4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данные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4A0BB3-D3C1-F4E8-F705-20EF22382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600" dirty="0"/>
              <a:t>Таблица "</a:t>
            </a:r>
            <a:r>
              <a:rPr lang="ru-RU" sz="3600" dirty="0" err="1"/>
              <a:t>User_data</a:t>
            </a:r>
            <a:r>
              <a:rPr lang="ru-RU" sz="3600" dirty="0"/>
              <a:t>"</a:t>
            </a:r>
            <a:endParaRPr lang="ru-RU" sz="360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C280E2B-264B-ADF8-E942-3989BAB12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8390-B9B7-4310-9B85-F1B30E4E65DE}" type="datetime1">
              <a:t>3/11/2026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3568FB8-F99C-F86E-7764-5BF708F90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7A1613C-6488-286B-C6F0-C4CDC7658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4</a:t>
            </a:fld>
            <a:endParaRPr lang="en-US" dirty="0"/>
          </a:p>
        </p:txBody>
      </p:sp>
      <p:pic>
        <p:nvPicPr>
          <p:cNvPr id="10" name="Рисунок 9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E7873BB-38CC-8982-8C07-8C53B35F0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663" y="2335811"/>
            <a:ext cx="6402674" cy="36978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B33ED4-1377-9930-8B45-008AD5FFBB48}"/>
              </a:ext>
            </a:extLst>
          </p:cNvPr>
          <p:cNvSpPr txBox="1"/>
          <p:nvPr/>
        </p:nvSpPr>
        <p:spPr>
          <a:xfrm>
            <a:off x="9549672" y="2968677"/>
            <a:ext cx="244339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Все люди </a:t>
            </a:r>
            <a:r>
              <a:rPr lang="ru-RU" dirty="0">
                <a:ea typeface="+mn-lt"/>
                <a:cs typeface="+mn-lt"/>
              </a:rPr>
              <a:t>вымышлены, любые совпадения случайны.</a:t>
            </a:r>
          </a:p>
        </p:txBody>
      </p:sp>
    </p:spTree>
    <p:extLst>
      <p:ext uri="{BB962C8B-B14F-4D97-AF65-F5344CB8AC3E}">
        <p14:creationId xmlns:p14="http://schemas.microsoft.com/office/powerpoint/2010/main" val="132725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1BB31-EDF3-667F-5861-0FCCBE55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638442-D9DE-0221-BD22-680ADCACF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данные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960CFC-FF20-E5A1-7113-C512DAE1F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600" dirty="0"/>
              <a:t>Таблица "</a:t>
            </a:r>
            <a:r>
              <a:rPr lang="ru-RU" sz="3600" dirty="0" err="1"/>
              <a:t>Library_page</a:t>
            </a:r>
            <a:r>
              <a:rPr lang="ru-RU" sz="3600" dirty="0"/>
              <a:t>"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7F097BC-39D9-CD95-82CE-92DE7763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8390-B9B7-4310-9B85-F1B30E4E65DE}" type="datetime1">
              <a:t>11.03.2026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9C6031A-47A5-07B0-D975-3CCD445D9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A07610-7116-EE5B-302B-22840CBC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5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865BDE-5D73-8789-9934-2BCD7A0C5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113" y="2468274"/>
            <a:ext cx="3533775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59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6C860-10A7-10B2-74CE-DFA262B36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FD6A61-BE10-AA25-C33C-54DA2A232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данные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C71732D-8507-CECE-BE4E-58D55A036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600" dirty="0"/>
              <a:t>Таблица "Game"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3E44298-234A-9101-F519-A8A50CC39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8390-B9B7-4310-9B85-F1B30E4E65DE}" type="datetime1">
              <a:t>11.03.2026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4C40B5-765E-F13C-255C-E9605ECC4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0E74207-FF47-77DF-C19F-FA38639DA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6</a:t>
            </a:fld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3852F6-4361-B1F0-7315-B8A21E259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952" y="2334491"/>
            <a:ext cx="6416098" cy="374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5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A6BEA-38DF-3A00-9D84-1A8D5C29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18FF55-7637-DBE4-A255-5B744F702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данные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126429-5389-6E19-3A5E-31C2EED02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600" dirty="0"/>
              <a:t>Таблица "Developer"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E7E44F7-1BF2-0516-486B-E3D55F948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8390-B9B7-4310-9B85-F1B30E4E65DE}" type="datetime1">
              <a:t>11.03.2026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D2ED187-D6C4-1A32-5056-534D38D8E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CD58204-38BF-919C-F5C5-4EB5D50C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7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1A2810-1E31-3FBD-87B6-4641CF8D8556}"/>
              </a:ext>
            </a:extLst>
          </p:cNvPr>
          <p:cNvSpPr txBox="1"/>
          <p:nvPr/>
        </p:nvSpPr>
        <p:spPr>
          <a:xfrm>
            <a:off x="10046126" y="2449132"/>
            <a:ext cx="200467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Все почты и ссылки вымышлены</a:t>
            </a:r>
            <a:r>
              <a:rPr lang="ru-RU" dirty="0">
                <a:ea typeface="+mn-lt"/>
                <a:cs typeface="+mn-lt"/>
              </a:rPr>
              <a:t>, любые совпадения случайны.</a:t>
            </a:r>
          </a:p>
        </p:txBody>
      </p:sp>
      <p:pic>
        <p:nvPicPr>
          <p:cNvPr id="12" name="Рисунок 11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280B608-DBE0-D76A-0EB0-7D3725408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772" y="2338820"/>
            <a:ext cx="7620000" cy="375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99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1C5C4-5E51-6ABA-19EE-74F78815E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14627D-E464-07DB-B80C-22F12D3C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522" y="963784"/>
            <a:ext cx="2096370" cy="74999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ru-RU" dirty="0"/>
              <a:t>данные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E87218-C8EE-A3BA-5548-A1623C3C3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3600" dirty="0"/>
              <a:t>Таблица "</a:t>
            </a:r>
            <a:r>
              <a:rPr lang="ru-RU" sz="3600" dirty="0" err="1"/>
              <a:t>Publisher</a:t>
            </a:r>
            <a:r>
              <a:rPr lang="ru-RU" sz="3600" dirty="0"/>
              <a:t>"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06E578D-5694-83FC-3955-2407F1769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D8390-B9B7-4310-9B85-F1B30E4E65DE}" type="datetime1">
              <a:t>11.03.2026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217CD29-682B-BC05-71CE-6AE7E245B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8C2790A-79B8-5D7B-D44F-DEE9E2F0A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8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CFFDD2-DAFF-2323-5D9A-A41B5B89DC9C}"/>
              </a:ext>
            </a:extLst>
          </p:cNvPr>
          <p:cNvSpPr txBox="1"/>
          <p:nvPr/>
        </p:nvSpPr>
        <p:spPr>
          <a:xfrm>
            <a:off x="9919126" y="2333677"/>
            <a:ext cx="200467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Все почты и ссылки вымышлены</a:t>
            </a:r>
            <a:r>
              <a:rPr lang="ru-RU" dirty="0">
                <a:ea typeface="+mn-lt"/>
                <a:cs typeface="+mn-lt"/>
              </a:rPr>
              <a:t>, любые совпадения случайны.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0123645-1098-A88F-2FD8-D8D4A5C50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509" y="2336800"/>
            <a:ext cx="7462982" cy="373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98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333064-C5EF-977C-1CBD-ED6C4253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067" y="929148"/>
            <a:ext cx="2020662" cy="749049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C01436-C598-D712-57FF-AA7E2D344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706146"/>
            <a:ext cx="3645766" cy="632242"/>
          </a:xfrm>
        </p:spPr>
        <p:txBody>
          <a:bodyPr>
            <a:normAutofit fontScale="92500"/>
          </a:bodyPr>
          <a:lstStyle/>
          <a:p>
            <a:r>
              <a:rPr lang="ru-RU" sz="3600" dirty="0"/>
              <a:t>Простая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2B8DB85-74D3-0A93-1373-95AF5C2628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3645766" cy="3423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Вывести данные об издателях, названия которых оканчиваются на “Games”</a:t>
            </a:r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Решение: </a:t>
            </a:r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SELECT * FROM </a:t>
            </a:r>
            <a:r>
              <a:rPr lang="ru-RU" dirty="0" err="1">
                <a:ea typeface="+mn-lt"/>
                <a:cs typeface="+mn-lt"/>
              </a:rPr>
              <a:t>Publisher</a:t>
            </a:r>
            <a:r>
              <a:rPr lang="ru-RU" dirty="0">
                <a:ea typeface="+mn-lt"/>
                <a:cs typeface="+mn-lt"/>
              </a:rPr>
              <a:t> WHERE </a:t>
            </a:r>
            <a:r>
              <a:rPr lang="ru-RU" dirty="0" err="1">
                <a:ea typeface="+mn-lt"/>
                <a:cs typeface="+mn-lt"/>
              </a:rPr>
              <a:t>name</a:t>
            </a:r>
            <a:r>
              <a:rPr lang="ru-RU" dirty="0">
                <a:ea typeface="+mn-lt"/>
                <a:cs typeface="+mn-lt"/>
              </a:rPr>
              <a:t> REGEXP 'Games$'</a:t>
            </a:r>
            <a:endParaRPr lang="ru-RU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CE74616-F94B-4C29-9239-B7FC65ACE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880D-B0C2-4937-B3BF-22F00DEDD095}" type="datetime1">
              <a:t>3/11/2026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A9ED5F-3C37-21A5-B3BC-5E892753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8391BA6-F155-56F8-B751-DBE1EAB97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9</a:t>
            </a:fld>
            <a:endParaRPr lang="en-US" dirty="0"/>
          </a:p>
        </p:txBody>
      </p:sp>
      <p:pic>
        <p:nvPicPr>
          <p:cNvPr id="11" name="Рисунок 10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D78057-C78E-EAD6-640A-B0AF69217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340" y="2946895"/>
            <a:ext cx="6071484" cy="976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21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E376-3F38-BEBF-493D-696885020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1490A9-CA13-2856-0D4A-6F28DE729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067" y="929148"/>
            <a:ext cx="2020662" cy="749049"/>
          </a:xfrm>
        </p:spPr>
        <p:txBody>
          <a:bodyPr>
            <a:normAutofit fontScale="90000"/>
          </a:bodyPr>
          <a:lstStyle/>
          <a:p>
            <a:pPr algn="ctr"/>
            <a:r>
              <a:rPr lang="ru-RU"/>
              <a:t>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A40FDD-397D-7CFE-C177-F719190DC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706146"/>
            <a:ext cx="3645766" cy="632242"/>
          </a:xfrm>
        </p:spPr>
        <p:txBody>
          <a:bodyPr>
            <a:normAutofit fontScale="92500"/>
          </a:bodyPr>
          <a:lstStyle/>
          <a:p>
            <a:r>
              <a:rPr lang="ru-RU" sz="3600" dirty="0"/>
              <a:t>Средняя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5AEF91-93C6-9E3C-D9A4-172B4A8EF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3645766" cy="3423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Вывести имя издателя, издавшего игру с названием “</a:t>
            </a:r>
            <a:r>
              <a:rPr lang="ru-RU" err="1">
                <a:ea typeface="+mn-lt"/>
                <a:cs typeface="+mn-lt"/>
              </a:rPr>
              <a:t>Spore</a:t>
            </a:r>
            <a:r>
              <a:rPr lang="ru-RU" dirty="0">
                <a:ea typeface="+mn-lt"/>
                <a:cs typeface="+mn-lt"/>
              </a:rPr>
              <a:t>” </a:t>
            </a:r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Решение: </a:t>
            </a:r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SELECT </a:t>
            </a:r>
            <a:r>
              <a:rPr lang="ru-RU" dirty="0" err="1">
                <a:ea typeface="+mn-lt"/>
                <a:cs typeface="+mn-lt"/>
              </a:rPr>
              <a:t>name</a:t>
            </a:r>
            <a:r>
              <a:rPr lang="ru-RU" dirty="0">
                <a:ea typeface="+mn-lt"/>
                <a:cs typeface="+mn-lt"/>
              </a:rPr>
              <a:t> FROM </a:t>
            </a:r>
            <a:r>
              <a:rPr lang="ru-RU" dirty="0" err="1">
                <a:ea typeface="+mn-lt"/>
                <a:cs typeface="+mn-lt"/>
              </a:rPr>
              <a:t>Publisher</a:t>
            </a:r>
            <a:r>
              <a:rPr lang="ru-RU" dirty="0">
                <a:ea typeface="+mn-lt"/>
                <a:cs typeface="+mn-lt"/>
              </a:rPr>
              <a:t> WHERE </a:t>
            </a:r>
            <a:r>
              <a:rPr lang="ru-RU" dirty="0" err="1">
                <a:ea typeface="+mn-lt"/>
                <a:cs typeface="+mn-lt"/>
              </a:rPr>
              <a:t>id</a:t>
            </a:r>
            <a:r>
              <a:rPr lang="ru-RU" dirty="0">
                <a:ea typeface="+mn-lt"/>
                <a:cs typeface="+mn-lt"/>
              </a:rPr>
              <a:t> = (SELECT </a:t>
            </a:r>
            <a:r>
              <a:rPr lang="ru-RU" dirty="0" err="1">
                <a:ea typeface="+mn-lt"/>
                <a:cs typeface="+mn-lt"/>
              </a:rPr>
              <a:t>publisher</a:t>
            </a:r>
            <a:r>
              <a:rPr lang="ru-RU" dirty="0">
                <a:ea typeface="+mn-lt"/>
                <a:cs typeface="+mn-lt"/>
              </a:rPr>
              <a:t> FROM Game WHERE </a:t>
            </a:r>
            <a:r>
              <a:rPr lang="ru-RU" dirty="0" err="1">
                <a:ea typeface="+mn-lt"/>
                <a:cs typeface="+mn-lt"/>
              </a:rPr>
              <a:t>name</a:t>
            </a:r>
            <a:r>
              <a:rPr lang="ru-RU" dirty="0">
                <a:ea typeface="+mn-lt"/>
                <a:cs typeface="+mn-lt"/>
              </a:rPr>
              <a:t> = '</a:t>
            </a:r>
            <a:r>
              <a:rPr lang="ru-RU" dirty="0" err="1">
                <a:ea typeface="+mn-lt"/>
                <a:cs typeface="+mn-lt"/>
              </a:rPr>
              <a:t>Spore</a:t>
            </a:r>
            <a:r>
              <a:rPr lang="ru-RU" dirty="0">
                <a:ea typeface="+mn-lt"/>
                <a:cs typeface="+mn-lt"/>
              </a:rPr>
              <a:t>')</a:t>
            </a:r>
            <a:endParaRPr lang="ru-RU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0CF920E-7062-7734-1E7E-43FF043E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880D-B0C2-4937-B3BF-22F00DEDD095}" type="datetime1">
              <a:t>11.03.2026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3521E08-80C6-98C9-091A-82580D6F0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002009-E701-B038-4BD8-20ED70358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10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BCCF50-14E9-1752-787E-D0EAD923F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9795" y="2343150"/>
            <a:ext cx="2453409" cy="279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565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272FB-A740-54A4-5AC0-A6AE32661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5C94E8-F50D-E5C8-C333-E40CA1B3A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3067" y="929148"/>
            <a:ext cx="2020662" cy="749049"/>
          </a:xfrm>
        </p:spPr>
        <p:txBody>
          <a:bodyPr>
            <a:normAutofit fontScale="90000"/>
          </a:bodyPr>
          <a:lstStyle/>
          <a:p>
            <a:pPr algn="ctr"/>
            <a:r>
              <a:rPr lang="ru-RU"/>
              <a:t>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90F97C-2FD5-B89D-2CE3-A2C4FC9EC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706146"/>
            <a:ext cx="3645766" cy="632242"/>
          </a:xfrm>
        </p:spPr>
        <p:txBody>
          <a:bodyPr>
            <a:normAutofit fontScale="92500"/>
          </a:bodyPr>
          <a:lstStyle/>
          <a:p>
            <a:r>
              <a:rPr lang="ru-RU" sz="3600" dirty="0"/>
              <a:t>Сложная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DA7D90-B447-75CE-7B69-C4CC2DAC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3645766" cy="342377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Вывести имена (</a:t>
            </a:r>
            <a:r>
              <a:rPr lang="ru-RU" err="1">
                <a:ea typeface="+mn-lt"/>
                <a:cs typeface="+mn-lt"/>
              </a:rPr>
              <a:t>username</a:t>
            </a:r>
            <a:r>
              <a:rPr lang="ru-RU" dirty="0">
                <a:ea typeface="+mn-lt"/>
                <a:cs typeface="+mn-lt"/>
              </a:rPr>
              <a:t>) игроков, которые в своей библиотеке имеют игру с названием “ULTRAKILL” </a:t>
            </a:r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Решение:</a:t>
            </a:r>
          </a:p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 SELECT </a:t>
            </a:r>
            <a:r>
              <a:rPr lang="ru-RU" err="1">
                <a:ea typeface="+mn-lt"/>
                <a:cs typeface="+mn-lt"/>
              </a:rPr>
              <a:t>username</a:t>
            </a:r>
            <a:r>
              <a:rPr lang="ru-RU" dirty="0">
                <a:ea typeface="+mn-lt"/>
                <a:cs typeface="+mn-lt"/>
              </a:rPr>
              <a:t> FROM </a:t>
            </a:r>
            <a:r>
              <a:rPr lang="ru-RU" err="1">
                <a:ea typeface="+mn-lt"/>
                <a:cs typeface="+mn-lt"/>
              </a:rPr>
              <a:t>User_data</a:t>
            </a:r>
            <a:r>
              <a:rPr lang="ru-RU" dirty="0">
                <a:ea typeface="+mn-lt"/>
                <a:cs typeface="+mn-lt"/>
              </a:rPr>
              <a:t> WHERE </a:t>
            </a:r>
            <a:r>
              <a:rPr lang="ru-RU" err="1">
                <a:ea typeface="+mn-lt"/>
                <a:cs typeface="+mn-lt"/>
              </a:rPr>
              <a:t>id</a:t>
            </a:r>
            <a:r>
              <a:rPr lang="ru-RU" dirty="0">
                <a:ea typeface="+mn-lt"/>
                <a:cs typeface="+mn-lt"/>
              </a:rPr>
              <a:t> IN (SELECT </a:t>
            </a:r>
            <a:r>
              <a:rPr lang="ru-RU" err="1">
                <a:ea typeface="+mn-lt"/>
                <a:cs typeface="+mn-lt"/>
              </a:rPr>
              <a:t>player</a:t>
            </a:r>
            <a:r>
              <a:rPr lang="ru-RU" dirty="0">
                <a:ea typeface="+mn-lt"/>
                <a:cs typeface="+mn-lt"/>
              </a:rPr>
              <a:t> FROM </a:t>
            </a:r>
            <a:r>
              <a:rPr lang="ru-RU" err="1">
                <a:ea typeface="+mn-lt"/>
                <a:cs typeface="+mn-lt"/>
              </a:rPr>
              <a:t>Library_page</a:t>
            </a:r>
            <a:r>
              <a:rPr lang="ru-RU" dirty="0">
                <a:ea typeface="+mn-lt"/>
                <a:cs typeface="+mn-lt"/>
              </a:rPr>
              <a:t> WHERE </a:t>
            </a:r>
            <a:r>
              <a:rPr lang="ru-RU" err="1">
                <a:ea typeface="+mn-lt"/>
                <a:cs typeface="+mn-lt"/>
              </a:rPr>
              <a:t>game</a:t>
            </a:r>
            <a:r>
              <a:rPr lang="ru-RU" dirty="0">
                <a:ea typeface="+mn-lt"/>
                <a:cs typeface="+mn-lt"/>
              </a:rPr>
              <a:t> = (SELECT </a:t>
            </a:r>
            <a:r>
              <a:rPr lang="ru-RU" err="1">
                <a:ea typeface="+mn-lt"/>
                <a:cs typeface="+mn-lt"/>
              </a:rPr>
              <a:t>id</a:t>
            </a:r>
            <a:r>
              <a:rPr lang="ru-RU" dirty="0">
                <a:ea typeface="+mn-lt"/>
                <a:cs typeface="+mn-lt"/>
              </a:rPr>
              <a:t> FROM Game WHERE </a:t>
            </a:r>
            <a:r>
              <a:rPr lang="ru-RU" err="1">
                <a:ea typeface="+mn-lt"/>
                <a:cs typeface="+mn-lt"/>
              </a:rPr>
              <a:t>name</a:t>
            </a:r>
            <a:r>
              <a:rPr lang="ru-RU" dirty="0">
                <a:ea typeface="+mn-lt"/>
                <a:cs typeface="+mn-lt"/>
              </a:rPr>
              <a:t> = 'ULTRAKILL'))</a:t>
            </a:r>
            <a:endParaRPr lang="ru-RU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C8022D5-B68A-F967-B931-087959ED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E880D-B0C2-4937-B3BF-22F00DEDD095}" type="datetime1">
              <a:t>11.03.2026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5F7CF3-D031-A068-1FE6-9A38FC843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755170-146E-0267-2E86-213D27E36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11</a:t>
            </a:fld>
            <a:endParaRPr lang="en-US" dirty="0"/>
          </a:p>
        </p:txBody>
      </p:sp>
      <p:pic>
        <p:nvPicPr>
          <p:cNvPr id="6" name="Рисунок 5" descr="Изображение выглядит как текст, Шрифт, снимок экрана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FAF7D99-208E-38C3-5068-634583335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474" y="2335068"/>
            <a:ext cx="4274415" cy="2187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94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9E37E1-CE47-A8E3-6A23-DCA1D5392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208" y="834653"/>
            <a:ext cx="4907562" cy="114617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ru-RU" dirty="0"/>
              <a:t>Спасибо за внимание!</a:t>
            </a: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BE246DA-18D8-88EA-1F22-8AC2F898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B3D-51C6-4A8D-8B24-0505E919C23F}" type="datetime1">
              <a:t>3/11/2026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023B223-A93D-3A85-CB8E-BFEB8BFC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663E524-3A32-FF7D-796D-AAB9F349C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12</a:t>
            </a:fld>
            <a:endParaRPr lang="en-US" dirty="0"/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2CC5DDD-29F8-1EC2-75B6-D744B858198C}"/>
              </a:ext>
            </a:extLst>
          </p:cNvPr>
          <p:cNvSpPr txBox="1">
            <a:spLocks/>
          </p:cNvSpPr>
          <p:nvPr/>
        </p:nvSpPr>
        <p:spPr>
          <a:xfrm>
            <a:off x="3638706" y="4996923"/>
            <a:ext cx="4907562" cy="1146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Поставьте 5 пожалуйста!</a:t>
            </a:r>
          </a:p>
        </p:txBody>
      </p:sp>
      <p:pic>
        <p:nvPicPr>
          <p:cNvPr id="8" name="Рисунок 7" descr="Picture background">
            <a:extLst>
              <a:ext uri="{FF2B5EF4-FFF2-40B4-BE49-F238E27FC236}">
                <a16:creationId xmlns:a16="http://schemas.microsoft.com/office/drawing/2014/main" id="{28E8C64D-BDE7-BF40-C53A-E44B026AE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592" y="2362512"/>
            <a:ext cx="4911308" cy="212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75600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ChronicleVTI</vt:lpstr>
      <vt:lpstr>База данных онлайн-сервиса для видеоигр</vt:lpstr>
      <vt:lpstr>Что за проект?</vt:lpstr>
      <vt:lpstr>Что за проект?</vt:lpstr>
      <vt:lpstr>данные</vt:lpstr>
      <vt:lpstr>данные</vt:lpstr>
      <vt:lpstr>данные</vt:lpstr>
      <vt:lpstr>данные</vt:lpstr>
      <vt:lpstr>данные</vt:lpstr>
      <vt:lpstr>ЗАДАЧИ</vt:lpstr>
      <vt:lpstr>ЗАДАЧИ</vt:lpstr>
      <vt:lpstr>ЗАДАЧИ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208</cp:revision>
  <dcterms:created xsi:type="dcterms:W3CDTF">2026-03-11T16:39:33Z</dcterms:created>
  <dcterms:modified xsi:type="dcterms:W3CDTF">2026-03-11T17:42:04Z</dcterms:modified>
</cp:coreProperties>
</file>